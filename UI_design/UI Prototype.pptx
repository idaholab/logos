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32C021-F67C-428A-8138-1F854E38166E}" v="17" dt="2024-06-27T19:36:08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ward Chen" userId="d17545a6-84c3-4831-8f84-056a7b31ee3f" providerId="ADAL" clId="{1032C021-F67C-428A-8138-1F854E38166E}"/>
    <pc:docChg chg="undo custSel addSld delSld modSld">
      <pc:chgData name="Edward Chen" userId="d17545a6-84c3-4831-8f84-056a7b31ee3f" providerId="ADAL" clId="{1032C021-F67C-428A-8138-1F854E38166E}" dt="2024-06-27T19:36:08.402" v="53" actId="962"/>
      <pc:docMkLst>
        <pc:docMk/>
      </pc:docMkLst>
      <pc:sldChg chg="addSp delSp modSp new mod setBg">
        <pc:chgData name="Edward Chen" userId="d17545a6-84c3-4831-8f84-056a7b31ee3f" providerId="ADAL" clId="{1032C021-F67C-428A-8138-1F854E38166E}" dt="2024-06-27T19:27:20.793" v="15" actId="1076"/>
        <pc:sldMkLst>
          <pc:docMk/>
          <pc:sldMk cId="4261579128" sldId="256"/>
        </pc:sldMkLst>
        <pc:spChg chg="del">
          <ac:chgData name="Edward Chen" userId="d17545a6-84c3-4831-8f84-056a7b31ee3f" providerId="ADAL" clId="{1032C021-F67C-428A-8138-1F854E38166E}" dt="2024-06-27T19:26:36.066" v="1" actId="478"/>
          <ac:spMkLst>
            <pc:docMk/>
            <pc:sldMk cId="4261579128" sldId="256"/>
            <ac:spMk id="2" creationId="{79394BAB-4EBF-D78B-5785-62A60376F90D}"/>
          </ac:spMkLst>
        </pc:spChg>
        <pc:spChg chg="del">
          <ac:chgData name="Edward Chen" userId="d17545a6-84c3-4831-8f84-056a7b31ee3f" providerId="ADAL" clId="{1032C021-F67C-428A-8138-1F854E38166E}" dt="2024-06-27T19:26:36.498" v="2" actId="478"/>
          <ac:spMkLst>
            <pc:docMk/>
            <pc:sldMk cId="4261579128" sldId="256"/>
            <ac:spMk id="3" creationId="{887E0C39-A238-96E1-4EFD-59FADC8D521C}"/>
          </ac:spMkLst>
        </pc:spChg>
        <pc:picChg chg="add mod">
          <ac:chgData name="Edward Chen" userId="d17545a6-84c3-4831-8f84-056a7b31ee3f" providerId="ADAL" clId="{1032C021-F67C-428A-8138-1F854E38166E}" dt="2024-06-27T19:27:20.793" v="15" actId="1076"/>
          <ac:picMkLst>
            <pc:docMk/>
            <pc:sldMk cId="4261579128" sldId="256"/>
            <ac:picMk id="5" creationId="{CFFAD310-BF1A-993F-3595-CBE325A67FB3}"/>
          </ac:picMkLst>
        </pc:picChg>
      </pc:sldChg>
      <pc:sldChg chg="addSp modSp add mod">
        <pc:chgData name="Edward Chen" userId="d17545a6-84c3-4831-8f84-056a7b31ee3f" providerId="ADAL" clId="{1032C021-F67C-428A-8138-1F854E38166E}" dt="2024-06-27T19:28:47.437" v="17" actId="27614"/>
        <pc:sldMkLst>
          <pc:docMk/>
          <pc:sldMk cId="2742530647" sldId="257"/>
        </pc:sldMkLst>
        <pc:picChg chg="add mod">
          <ac:chgData name="Edward Chen" userId="d17545a6-84c3-4831-8f84-056a7b31ee3f" providerId="ADAL" clId="{1032C021-F67C-428A-8138-1F854E38166E}" dt="2024-06-27T19:28:47.437" v="17" actId="27614"/>
          <ac:picMkLst>
            <pc:docMk/>
            <pc:sldMk cId="2742530647" sldId="257"/>
            <ac:picMk id="3" creationId="{EFAD2D52-8F0C-0D7F-4812-AB09464B9808}"/>
          </ac:picMkLst>
        </pc:picChg>
      </pc:sldChg>
      <pc:sldChg chg="addSp delSp modSp add mod setBg">
        <pc:chgData name="Edward Chen" userId="d17545a6-84c3-4831-8f84-056a7b31ee3f" providerId="ADAL" clId="{1032C021-F67C-428A-8138-1F854E38166E}" dt="2024-06-27T19:29:15.426" v="22" actId="26606"/>
        <pc:sldMkLst>
          <pc:docMk/>
          <pc:sldMk cId="3691270715" sldId="258"/>
        </pc:sldMkLst>
        <pc:spChg chg="add del">
          <ac:chgData name="Edward Chen" userId="d17545a6-84c3-4831-8f84-056a7b31ee3f" providerId="ADAL" clId="{1032C021-F67C-428A-8138-1F854E38166E}" dt="2024-06-27T19:29:15.426" v="22" actId="26606"/>
          <ac:spMkLst>
            <pc:docMk/>
            <pc:sldMk cId="3691270715" sldId="258"/>
            <ac:spMk id="8" creationId="{F3060C83-F051-4F0E-ABAD-AA0DFC48B218}"/>
          </ac:spMkLst>
        </pc:spChg>
        <pc:spChg chg="add del">
          <ac:chgData name="Edward Chen" userId="d17545a6-84c3-4831-8f84-056a7b31ee3f" providerId="ADAL" clId="{1032C021-F67C-428A-8138-1F854E38166E}" dt="2024-06-27T19:29:15.426" v="22" actId="26606"/>
          <ac:spMkLst>
            <pc:docMk/>
            <pc:sldMk cId="3691270715" sldId="258"/>
            <ac:spMk id="10" creationId="{83C98ABE-055B-441F-B07E-44F97F083C39}"/>
          </ac:spMkLst>
        </pc:spChg>
        <pc:spChg chg="add del">
          <ac:chgData name="Edward Chen" userId="d17545a6-84c3-4831-8f84-056a7b31ee3f" providerId="ADAL" clId="{1032C021-F67C-428A-8138-1F854E38166E}" dt="2024-06-27T19:29:15.426" v="22" actId="26606"/>
          <ac:spMkLst>
            <pc:docMk/>
            <pc:sldMk cId="3691270715" sldId="258"/>
            <ac:spMk id="12" creationId="{29FDB030-9B49-4CED-8CCD-4D99382388AC}"/>
          </ac:spMkLst>
        </pc:spChg>
        <pc:spChg chg="add del">
          <ac:chgData name="Edward Chen" userId="d17545a6-84c3-4831-8f84-056a7b31ee3f" providerId="ADAL" clId="{1032C021-F67C-428A-8138-1F854E38166E}" dt="2024-06-27T19:29:15.426" v="22" actId="26606"/>
          <ac:spMkLst>
            <pc:docMk/>
            <pc:sldMk cId="3691270715" sldId="258"/>
            <ac:spMk id="14" creationId="{3783CA14-24A1-485C-8B30-D6A5D87987AD}"/>
          </ac:spMkLst>
        </pc:spChg>
        <pc:spChg chg="add del">
          <ac:chgData name="Edward Chen" userId="d17545a6-84c3-4831-8f84-056a7b31ee3f" providerId="ADAL" clId="{1032C021-F67C-428A-8138-1F854E38166E}" dt="2024-06-27T19:29:15.426" v="22" actId="26606"/>
          <ac:spMkLst>
            <pc:docMk/>
            <pc:sldMk cId="3691270715" sldId="258"/>
            <ac:spMk id="16" creationId="{9A97C86A-04D6-40F7-AE84-31AB43E6A846}"/>
          </ac:spMkLst>
        </pc:spChg>
        <pc:spChg chg="add del">
          <ac:chgData name="Edward Chen" userId="d17545a6-84c3-4831-8f84-056a7b31ee3f" providerId="ADAL" clId="{1032C021-F67C-428A-8138-1F854E38166E}" dt="2024-06-27T19:29:15.426" v="22" actId="26606"/>
          <ac:spMkLst>
            <pc:docMk/>
            <pc:sldMk cId="3691270715" sldId="258"/>
            <ac:spMk id="18" creationId="{FF9F2414-84E8-453E-B1F3-389FDE8192D9}"/>
          </ac:spMkLst>
        </pc:spChg>
        <pc:spChg chg="add del">
          <ac:chgData name="Edward Chen" userId="d17545a6-84c3-4831-8f84-056a7b31ee3f" providerId="ADAL" clId="{1032C021-F67C-428A-8138-1F854E38166E}" dt="2024-06-27T19:29:15.426" v="22" actId="26606"/>
          <ac:spMkLst>
            <pc:docMk/>
            <pc:sldMk cId="3691270715" sldId="258"/>
            <ac:spMk id="20" creationId="{3ECA69A1-7536-43AC-85EF-C7106179F5ED}"/>
          </ac:spMkLst>
        </pc:spChg>
        <pc:picChg chg="add mod">
          <ac:chgData name="Edward Chen" userId="d17545a6-84c3-4831-8f84-056a7b31ee3f" providerId="ADAL" clId="{1032C021-F67C-428A-8138-1F854E38166E}" dt="2024-06-27T19:29:15.426" v="22" actId="26606"/>
          <ac:picMkLst>
            <pc:docMk/>
            <pc:sldMk cId="3691270715" sldId="258"/>
            <ac:picMk id="3" creationId="{1884986E-879E-9CCD-05B6-2B74A88CC9CD}"/>
          </ac:picMkLst>
        </pc:picChg>
      </pc:sldChg>
      <pc:sldChg chg="addSp modSp add mod">
        <pc:chgData name="Edward Chen" userId="d17545a6-84c3-4831-8f84-056a7b31ee3f" providerId="ADAL" clId="{1032C021-F67C-428A-8138-1F854E38166E}" dt="2024-06-27T19:29:43.540" v="25" actId="962"/>
        <pc:sldMkLst>
          <pc:docMk/>
          <pc:sldMk cId="3550166848" sldId="259"/>
        </pc:sldMkLst>
        <pc:picChg chg="add mod">
          <ac:chgData name="Edward Chen" userId="d17545a6-84c3-4831-8f84-056a7b31ee3f" providerId="ADAL" clId="{1032C021-F67C-428A-8138-1F854E38166E}" dt="2024-06-27T19:29:43.540" v="25" actId="962"/>
          <ac:picMkLst>
            <pc:docMk/>
            <pc:sldMk cId="3550166848" sldId="259"/>
            <ac:picMk id="3" creationId="{0D04E51C-3D9D-A62E-17ED-9BDA197F59B5}"/>
          </ac:picMkLst>
        </pc:picChg>
      </pc:sldChg>
      <pc:sldChg chg="addSp modSp add mod">
        <pc:chgData name="Edward Chen" userId="d17545a6-84c3-4831-8f84-056a7b31ee3f" providerId="ADAL" clId="{1032C021-F67C-428A-8138-1F854E38166E}" dt="2024-06-27T19:30:09.412" v="28" actId="962"/>
        <pc:sldMkLst>
          <pc:docMk/>
          <pc:sldMk cId="2554136911" sldId="260"/>
        </pc:sldMkLst>
        <pc:picChg chg="add mod">
          <ac:chgData name="Edward Chen" userId="d17545a6-84c3-4831-8f84-056a7b31ee3f" providerId="ADAL" clId="{1032C021-F67C-428A-8138-1F854E38166E}" dt="2024-06-27T19:30:09.412" v="28" actId="962"/>
          <ac:picMkLst>
            <pc:docMk/>
            <pc:sldMk cId="2554136911" sldId="260"/>
            <ac:picMk id="3" creationId="{98AE6AB7-BCCE-6C02-44C5-D14D746013B2}"/>
          </ac:picMkLst>
        </pc:picChg>
      </pc:sldChg>
      <pc:sldChg chg="addSp modSp add mod">
        <pc:chgData name="Edward Chen" userId="d17545a6-84c3-4831-8f84-056a7b31ee3f" providerId="ADAL" clId="{1032C021-F67C-428A-8138-1F854E38166E}" dt="2024-06-27T19:33:43.246" v="31" actId="962"/>
        <pc:sldMkLst>
          <pc:docMk/>
          <pc:sldMk cId="2171219936" sldId="261"/>
        </pc:sldMkLst>
        <pc:picChg chg="add mod">
          <ac:chgData name="Edward Chen" userId="d17545a6-84c3-4831-8f84-056a7b31ee3f" providerId="ADAL" clId="{1032C021-F67C-428A-8138-1F854E38166E}" dt="2024-06-27T19:33:43.246" v="31" actId="962"/>
          <ac:picMkLst>
            <pc:docMk/>
            <pc:sldMk cId="2171219936" sldId="261"/>
            <ac:picMk id="3" creationId="{7C3EE315-9486-47DD-2AAB-75FAECD8BE1B}"/>
          </ac:picMkLst>
        </pc:picChg>
      </pc:sldChg>
      <pc:sldChg chg="addSp modSp add mod">
        <pc:chgData name="Edward Chen" userId="d17545a6-84c3-4831-8f84-056a7b31ee3f" providerId="ADAL" clId="{1032C021-F67C-428A-8138-1F854E38166E}" dt="2024-06-27T19:35:29.558" v="36" actId="1076"/>
        <pc:sldMkLst>
          <pc:docMk/>
          <pc:sldMk cId="2404016699" sldId="262"/>
        </pc:sldMkLst>
        <pc:picChg chg="add mod">
          <ac:chgData name="Edward Chen" userId="d17545a6-84c3-4831-8f84-056a7b31ee3f" providerId="ADAL" clId="{1032C021-F67C-428A-8138-1F854E38166E}" dt="2024-06-27T19:35:29.558" v="36" actId="1076"/>
          <ac:picMkLst>
            <pc:docMk/>
            <pc:sldMk cId="2404016699" sldId="262"/>
            <ac:picMk id="3" creationId="{59E010D5-EDCF-A58D-B467-97433EB63475}"/>
          </ac:picMkLst>
        </pc:picChg>
      </pc:sldChg>
      <pc:sldChg chg="addSp delSp modSp new mod">
        <pc:chgData name="Edward Chen" userId="d17545a6-84c3-4831-8f84-056a7b31ee3f" providerId="ADAL" clId="{1032C021-F67C-428A-8138-1F854E38166E}" dt="2024-06-27T19:36:08.402" v="53" actId="962"/>
        <pc:sldMkLst>
          <pc:docMk/>
          <pc:sldMk cId="3191971729" sldId="263"/>
        </pc:sldMkLst>
        <pc:spChg chg="del">
          <ac:chgData name="Edward Chen" userId="d17545a6-84c3-4831-8f84-056a7b31ee3f" providerId="ADAL" clId="{1032C021-F67C-428A-8138-1F854E38166E}" dt="2024-06-27T19:35:45.515" v="39" actId="478"/>
          <ac:spMkLst>
            <pc:docMk/>
            <pc:sldMk cId="3191971729" sldId="263"/>
            <ac:spMk id="2" creationId="{0C192E05-560C-48EE-1DE6-B56603F75234}"/>
          </ac:spMkLst>
        </pc:spChg>
        <pc:spChg chg="del">
          <ac:chgData name="Edward Chen" userId="d17545a6-84c3-4831-8f84-056a7b31ee3f" providerId="ADAL" clId="{1032C021-F67C-428A-8138-1F854E38166E}" dt="2024-06-27T19:35:45.143" v="38" actId="478"/>
          <ac:spMkLst>
            <pc:docMk/>
            <pc:sldMk cId="3191971729" sldId="263"/>
            <ac:spMk id="3" creationId="{652BD27B-9543-4995-8D58-449D9AB1399A}"/>
          </ac:spMkLst>
        </pc:spChg>
        <pc:spChg chg="add del mod">
          <ac:chgData name="Edward Chen" userId="d17545a6-84c3-4831-8f84-056a7b31ee3f" providerId="ADAL" clId="{1032C021-F67C-428A-8138-1F854E38166E}" dt="2024-06-27T19:35:48.013" v="45" actId="22"/>
          <ac:spMkLst>
            <pc:docMk/>
            <pc:sldMk cId="3191971729" sldId="263"/>
            <ac:spMk id="5" creationId="{0BF508A6-C058-9B3A-764D-81677BD83D7B}"/>
          </ac:spMkLst>
        </pc:spChg>
        <pc:picChg chg="add mod">
          <ac:chgData name="Edward Chen" userId="d17545a6-84c3-4831-8f84-056a7b31ee3f" providerId="ADAL" clId="{1032C021-F67C-428A-8138-1F854E38166E}" dt="2024-06-27T19:36:08.402" v="53" actId="962"/>
          <ac:picMkLst>
            <pc:docMk/>
            <pc:sldMk cId="3191971729" sldId="263"/>
            <ac:picMk id="7" creationId="{B45629CB-E395-3CF0-828F-9B3ACB872635}"/>
          </ac:picMkLst>
        </pc:picChg>
      </pc:sldChg>
      <pc:sldChg chg="add">
        <pc:chgData name="Edward Chen" userId="d17545a6-84c3-4831-8f84-056a7b31ee3f" providerId="ADAL" clId="{1032C021-F67C-428A-8138-1F854E38166E}" dt="2024-06-27T19:35:49.479" v="46"/>
        <pc:sldMkLst>
          <pc:docMk/>
          <pc:sldMk cId="2826421955" sldId="264"/>
        </pc:sldMkLst>
      </pc:sldChg>
      <pc:sldChg chg="add">
        <pc:chgData name="Edward Chen" userId="d17545a6-84c3-4831-8f84-056a7b31ee3f" providerId="ADAL" clId="{1032C021-F67C-428A-8138-1F854E38166E}" dt="2024-06-27T19:35:49.694" v="47"/>
        <pc:sldMkLst>
          <pc:docMk/>
          <pc:sldMk cId="1068433412" sldId="265"/>
        </pc:sldMkLst>
      </pc:sldChg>
      <pc:sldChg chg="add">
        <pc:chgData name="Edward Chen" userId="d17545a6-84c3-4831-8f84-056a7b31ee3f" providerId="ADAL" clId="{1032C021-F67C-428A-8138-1F854E38166E}" dt="2024-06-27T19:35:50.001" v="48"/>
        <pc:sldMkLst>
          <pc:docMk/>
          <pc:sldMk cId="1841950409" sldId="266"/>
        </pc:sldMkLst>
      </pc:sldChg>
      <pc:sldChg chg="new del">
        <pc:chgData name="Edward Chen" userId="d17545a6-84c3-4831-8f84-056a7b31ee3f" providerId="ADAL" clId="{1032C021-F67C-428A-8138-1F854E38166E}" dt="2024-06-27T19:36:03.624" v="50" actId="680"/>
        <pc:sldMkLst>
          <pc:docMk/>
          <pc:sldMk cId="2631839967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E2F95-F95C-07B0-2EB7-E5A584ECA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45134-A1EF-47D3-0A84-A7841A7D7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D75C1-9450-6ADF-3D29-FDD333880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90686-B4F9-35CE-69CF-33B428288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65138-1B32-79D7-906F-F7E97B74B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9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452B4-E4CD-FD66-9B51-06D1217DA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779B4-B902-A968-0E10-521A4DD8B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CDB5C-281B-16ED-37A1-065D3DBB6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6BCCF-DE6A-15EE-1380-0BC1F3311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A7D15-9F18-C863-8501-D13C72E90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11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DF8CC-8D59-529F-34FA-6053FD64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2A5B6-03F0-368D-4831-BC692B8A2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299E0-2CE0-3962-0DC5-3F4B2393D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0EAA2-CF23-D007-E6F5-FA8A87873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6A965-36D9-C52B-5CAC-F9555350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92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113EF-886E-C1E1-26DA-81148AA6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3B75C-F11A-8650-19E3-9E5540084C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DDC5ED-6F09-7C42-5DAC-6B53D8133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7BC15-DED4-6F76-1FB7-9ABCDE66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E652B-C44C-E845-7DD1-DD937564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CF504-ECC5-C5BA-2F00-0A9DA57C9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40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0F33E-45F8-31C2-86C7-54B00A009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301A3-FE1A-B797-A10A-CA01B092E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6B06A-CDF9-D559-7DE0-95AECE8D0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10356-FC47-D09B-DC4B-DC67CCF3F2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0D798-D54B-0E18-31C9-18B7DD8E3B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53B044-C9DF-A20E-6343-0629120FA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4E181D-5C41-6800-1014-9A358E889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DFCFC-47E0-7E78-6269-6CD75847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168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9F599-4F9F-6E0D-A21E-C61449D9B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9C1474-C436-FB25-5E5A-12A326D4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2178BE-6DE6-1B1B-BD37-47DCFFC47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C754F-3C5E-01D0-B994-DBEAE172A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58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B79E4-72AA-3ABF-9C24-B6429FB81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8FBA6F-019B-1E13-2594-FA20088E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38C21-3347-7824-6C4E-D0C7A985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6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1EB8A-0F4A-0423-0059-7653F64D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97D10-8EEF-A34B-157E-783727818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AACE4-0C2D-D7A9-CCEE-B890F4F5CD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A0C1D-C1F4-21BD-B1E0-87C8A4E5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709B9-DC5B-4200-4E5E-13B767AE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D06BB-25D2-E80A-DBA4-26827A2C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9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6DF87-B11F-13C0-2C4F-51938C404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1CF185-EF01-CDF9-B7D8-7441573ACF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910D0-BFF9-8D54-9342-CD0770DD6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62954-845D-C9B7-680C-1419FB39C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A0D3E9-7E48-3568-E83E-8485976D0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A3BEE2-85F4-C8AA-2C6D-E106B54CD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66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AB93-BF74-7EAC-27B2-4BB81CC5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ACCA9-97A4-81F5-3D11-14E6BB073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0854F-F43F-EE0C-F535-B1C2D810B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447D8-A138-9E6A-9189-960A6620F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3AE6D-C4CD-7471-07CF-FA57F6ED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54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9CAEAC-27BB-54A0-310D-F52E63505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35DBA-B943-E75A-4F2A-6228D3CC2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748D1-FB5F-B07A-E39E-82C831CF8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6125D-27EC-8169-BD05-B22B1084C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34B13-C880-9190-0D30-AC2596E1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68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D7B293-2864-08D9-6471-FEB5B0921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C069F-6BE9-3E02-8AEE-FC0B7C5E4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88B9D-218D-9D9D-C646-A6512F33A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72DFC-2917-48BA-8804-41F622100433}" type="datetimeFigureOut">
              <a:rPr lang="en-US" smtClean="0"/>
              <a:t>6/27/2024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210D5-9D09-03EA-4874-7FD9FEE47F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8BB4C-E7E5-712F-7223-24CACE9E1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76ACB-8D9D-40B5-9A09-EE0135268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62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CFFAD310-BF1A-993F-3595-CBE325A67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576" y="147275"/>
            <a:ext cx="8103024" cy="656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579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EFAD2D52-8F0C-0D7F-4812-AB09464B9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743" y="178301"/>
            <a:ext cx="8540513" cy="650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53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84986E-879E-9CCD-05B6-2B74A88CC9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7098" y="0"/>
            <a:ext cx="81178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70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D04E51C-3D9D-A62E-17ED-9BDA197F5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10" y="178301"/>
            <a:ext cx="9966980" cy="650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166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chedule&#10;&#10;Description automatically generated">
            <a:extLst>
              <a:ext uri="{FF2B5EF4-FFF2-40B4-BE49-F238E27FC236}">
                <a16:creationId xmlns:a16="http://schemas.microsoft.com/office/drawing/2014/main" id="{98AE6AB7-BCCE-6C02-44C5-D14D74601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08" y="178301"/>
            <a:ext cx="7516383" cy="650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36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7C3EE315-9486-47DD-2AAB-75FAECD8B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735" y="178301"/>
            <a:ext cx="8668529" cy="650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19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schedule viewer&#10;&#10;Description automatically generated">
            <a:extLst>
              <a:ext uri="{FF2B5EF4-FFF2-40B4-BE49-F238E27FC236}">
                <a16:creationId xmlns:a16="http://schemas.microsoft.com/office/drawing/2014/main" id="{59E010D5-EDCF-A58D-B467-97433EB634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669" y="59265"/>
            <a:ext cx="9118662" cy="673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016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45629CB-E395-3CF0-828F-9B3ACB872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49" y="178301"/>
            <a:ext cx="11155702" cy="650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71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6421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433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1950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Edward Chen</dc:creator>
  <cp:lastModifiedBy>Edward Chen</cp:lastModifiedBy>
  <cp:revision>1</cp:revision>
  <dcterms:created xsi:type="dcterms:W3CDTF">2024-06-27T19:26:32Z</dcterms:created>
  <dcterms:modified xsi:type="dcterms:W3CDTF">2024-06-27T19:36:11Z</dcterms:modified>
</cp:coreProperties>
</file>