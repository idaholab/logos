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11"/>
  </p:notesMasterIdLst>
  <p:sldIdLst>
    <p:sldId id="268" r:id="rId5"/>
    <p:sldId id="269" r:id="rId6"/>
    <p:sldId id="270" r:id="rId7"/>
    <p:sldId id="271" r:id="rId8"/>
    <p:sldId id="27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C423"/>
    <a:srgbClr val="07519E"/>
    <a:srgbClr val="2DA9E1"/>
    <a:srgbClr val="1C36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BEA147-2195-48D5-B6D1-B0651587C77D}" v="11" dt="2024-06-26T22:27:20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/>
    <p:restoredTop sz="94694"/>
  </p:normalViewPr>
  <p:slideViewPr>
    <p:cSldViewPr snapToGrid="0">
      <p:cViewPr varScale="1">
        <p:scale>
          <a:sx n="108" d="100"/>
          <a:sy n="108" d="100"/>
        </p:scale>
        <p:origin x="24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Chen" userId="d17545a6-84c3-4831-8f84-056a7b31ee3f" providerId="ADAL" clId="{DBBEA147-2195-48D5-B6D1-B0651587C77D}"/>
    <pc:docChg chg="undo custSel addSld modSld sldOrd">
      <pc:chgData name="Edward Chen" userId="d17545a6-84c3-4831-8f84-056a7b31ee3f" providerId="ADAL" clId="{DBBEA147-2195-48D5-B6D1-B0651587C77D}" dt="2024-06-26T22:27:36.598" v="1897" actId="20577"/>
      <pc:docMkLst>
        <pc:docMk/>
      </pc:docMkLst>
      <pc:sldChg chg="addSp delSp modSp mod">
        <pc:chgData name="Edward Chen" userId="d17545a6-84c3-4831-8f84-056a7b31ee3f" providerId="ADAL" clId="{DBBEA147-2195-48D5-B6D1-B0651587C77D}" dt="2024-06-25T23:43:19.562" v="2" actId="1076"/>
        <pc:sldMkLst>
          <pc:docMk/>
          <pc:sldMk cId="3865623724" sldId="269"/>
        </pc:sldMkLst>
        <pc:spChg chg="del">
          <ac:chgData name="Edward Chen" userId="d17545a6-84c3-4831-8f84-056a7b31ee3f" providerId="ADAL" clId="{DBBEA147-2195-48D5-B6D1-B0651587C77D}" dt="2024-06-25T23:43:13.910" v="0" actId="478"/>
          <ac:spMkLst>
            <pc:docMk/>
            <pc:sldMk cId="3865623724" sldId="269"/>
            <ac:spMk id="2" creationId="{9FC532DF-831B-7334-3676-8667C926E3B8}"/>
          </ac:spMkLst>
        </pc:spChg>
        <pc:spChg chg="add del mod">
          <ac:chgData name="Edward Chen" userId="d17545a6-84c3-4831-8f84-056a7b31ee3f" providerId="ADAL" clId="{DBBEA147-2195-48D5-B6D1-B0651587C77D}" dt="2024-06-25T23:43:15.282" v="1" actId="478"/>
          <ac:spMkLst>
            <pc:docMk/>
            <pc:sldMk cId="3865623724" sldId="269"/>
            <ac:spMk id="6" creationId="{51C73837-F479-7B47-E158-089CDCBAD475}"/>
          </ac:spMkLst>
        </pc:spChg>
        <pc:graphicFrameChg chg="mod">
          <ac:chgData name="Edward Chen" userId="d17545a6-84c3-4831-8f84-056a7b31ee3f" providerId="ADAL" clId="{DBBEA147-2195-48D5-B6D1-B0651587C77D}" dt="2024-06-25T23:43:19.562" v="2" actId="1076"/>
          <ac:graphicFrameMkLst>
            <pc:docMk/>
            <pc:sldMk cId="3865623724" sldId="269"/>
            <ac:graphicFrameMk id="5" creationId="{147A4BBE-C613-2F69-09F7-6031B3EE1D45}"/>
          </ac:graphicFrameMkLst>
        </pc:graphicFrameChg>
      </pc:sldChg>
      <pc:sldChg chg="addSp delSp modSp new mod">
        <pc:chgData name="Edward Chen" userId="d17545a6-84c3-4831-8f84-056a7b31ee3f" providerId="ADAL" clId="{DBBEA147-2195-48D5-B6D1-B0651587C77D}" dt="2024-06-26T22:27:36.598" v="1897" actId="20577"/>
        <pc:sldMkLst>
          <pc:docMk/>
          <pc:sldMk cId="3250169440" sldId="270"/>
        </pc:sldMkLst>
        <pc:spChg chg="del">
          <ac:chgData name="Edward Chen" userId="d17545a6-84c3-4831-8f84-056a7b31ee3f" providerId="ADAL" clId="{DBBEA147-2195-48D5-B6D1-B0651587C77D}" dt="2024-06-25T23:43:32.622" v="4" actId="478"/>
          <ac:spMkLst>
            <pc:docMk/>
            <pc:sldMk cId="3250169440" sldId="270"/>
            <ac:spMk id="2" creationId="{09B548FF-9005-A039-42AE-82CF6E94FB9A}"/>
          </ac:spMkLst>
        </pc:spChg>
        <pc:spChg chg="del">
          <ac:chgData name="Edward Chen" userId="d17545a6-84c3-4831-8f84-056a7b31ee3f" providerId="ADAL" clId="{DBBEA147-2195-48D5-B6D1-B0651587C77D}" dt="2024-06-25T23:43:33.062" v="5" actId="478"/>
          <ac:spMkLst>
            <pc:docMk/>
            <pc:sldMk cId="3250169440" sldId="270"/>
            <ac:spMk id="3" creationId="{F3BC69D6-A4F8-8EBE-2FA3-43C71B983590}"/>
          </ac:spMkLst>
        </pc:spChg>
        <pc:spChg chg="add del mod">
          <ac:chgData name="Edward Chen" userId="d17545a6-84c3-4831-8f84-056a7b31ee3f" providerId="ADAL" clId="{DBBEA147-2195-48D5-B6D1-B0651587C77D}" dt="2024-06-26T18:57:46.786" v="22" actId="478"/>
          <ac:spMkLst>
            <pc:docMk/>
            <pc:sldMk cId="3250169440" sldId="270"/>
            <ac:spMk id="7" creationId="{C81EEB71-EB47-793E-059C-F280A86AAD8B}"/>
          </ac:spMkLst>
        </pc:spChg>
        <pc:spChg chg="add mod">
          <ac:chgData name="Edward Chen" userId="d17545a6-84c3-4831-8f84-056a7b31ee3f" providerId="ADAL" clId="{DBBEA147-2195-48D5-B6D1-B0651587C77D}" dt="2024-06-26T22:27:36.598" v="1897" actId="20577"/>
          <ac:spMkLst>
            <pc:docMk/>
            <pc:sldMk cId="3250169440" sldId="270"/>
            <ac:spMk id="10" creationId="{29A89E69-75CA-599C-1B2D-167CC2F5B67A}"/>
          </ac:spMkLst>
        </pc:spChg>
        <pc:picChg chg="add mod modCrop">
          <ac:chgData name="Edward Chen" userId="d17545a6-84c3-4831-8f84-056a7b31ee3f" providerId="ADAL" clId="{DBBEA147-2195-48D5-B6D1-B0651587C77D}" dt="2024-06-26T22:26:57.886" v="1848" actId="1076"/>
          <ac:picMkLst>
            <pc:docMk/>
            <pc:sldMk cId="3250169440" sldId="270"/>
            <ac:picMk id="6" creationId="{AFBD1929-7138-3946-492D-FE382F43682D}"/>
          </ac:picMkLst>
        </pc:picChg>
        <pc:cxnChg chg="add del">
          <ac:chgData name="Edward Chen" userId="d17545a6-84c3-4831-8f84-056a7b31ee3f" providerId="ADAL" clId="{DBBEA147-2195-48D5-B6D1-B0651587C77D}" dt="2024-06-26T18:57:47.502" v="23" actId="478"/>
          <ac:cxnSpMkLst>
            <pc:docMk/>
            <pc:sldMk cId="3250169440" sldId="270"/>
            <ac:cxnSpMk id="9" creationId="{B32A332A-22E0-1589-2803-3CED2EC3FE4E}"/>
          </ac:cxnSpMkLst>
        </pc:cxnChg>
      </pc:sldChg>
      <pc:sldChg chg="addSp delSp modSp add mod">
        <pc:chgData name="Edward Chen" userId="d17545a6-84c3-4831-8f84-056a7b31ee3f" providerId="ADAL" clId="{DBBEA147-2195-48D5-B6D1-B0651587C77D}" dt="2024-06-26T19:08:12.906" v="1125" actId="20577"/>
        <pc:sldMkLst>
          <pc:docMk/>
          <pc:sldMk cId="2646828177" sldId="271"/>
        </pc:sldMkLst>
        <pc:spChg chg="add mod">
          <ac:chgData name="Edward Chen" userId="d17545a6-84c3-4831-8f84-056a7b31ee3f" providerId="ADAL" clId="{DBBEA147-2195-48D5-B6D1-B0651587C77D}" dt="2024-06-26T19:06:08.661" v="801" actId="20577"/>
          <ac:spMkLst>
            <pc:docMk/>
            <pc:sldMk cId="2646828177" sldId="271"/>
            <ac:spMk id="2" creationId="{47EEED51-3982-318C-1E5E-BA2866009393}"/>
          </ac:spMkLst>
        </pc:spChg>
        <pc:graphicFrameChg chg="add del mod ord modGraphic">
          <ac:chgData name="Edward Chen" userId="d17545a6-84c3-4831-8f84-056a7b31ee3f" providerId="ADAL" clId="{DBBEA147-2195-48D5-B6D1-B0651587C77D}" dt="2024-06-26T19:06:57.839" v="843" actId="21"/>
          <ac:graphicFrameMkLst>
            <pc:docMk/>
            <pc:sldMk cId="2646828177" sldId="271"/>
            <ac:graphicFrameMk id="3" creationId="{332EFD22-E493-32A7-D150-F055D35824B2}"/>
          </ac:graphicFrameMkLst>
        </pc:graphicFrameChg>
        <pc:graphicFrameChg chg="add mod modGraphic">
          <ac:chgData name="Edward Chen" userId="d17545a6-84c3-4831-8f84-056a7b31ee3f" providerId="ADAL" clId="{DBBEA147-2195-48D5-B6D1-B0651587C77D}" dt="2024-06-26T19:08:12.906" v="1125" actId="20577"/>
          <ac:graphicFrameMkLst>
            <pc:docMk/>
            <pc:sldMk cId="2646828177" sldId="271"/>
            <ac:graphicFrameMk id="5" creationId="{787DB8FF-50D3-14FD-58E1-0283FECC204A}"/>
          </ac:graphicFrameMkLst>
        </pc:graphicFrameChg>
        <pc:picChg chg="del">
          <ac:chgData name="Edward Chen" userId="d17545a6-84c3-4831-8f84-056a7b31ee3f" providerId="ADAL" clId="{DBBEA147-2195-48D5-B6D1-B0651587C77D}" dt="2024-06-26T18:55:52.014" v="8" actId="478"/>
          <ac:picMkLst>
            <pc:docMk/>
            <pc:sldMk cId="2646828177" sldId="271"/>
            <ac:picMk id="6" creationId="{AFBD1929-7138-3946-492D-FE382F43682D}"/>
          </ac:picMkLst>
        </pc:picChg>
      </pc:sldChg>
      <pc:sldChg chg="addSp delSp modSp new mod">
        <pc:chgData name="Edward Chen" userId="d17545a6-84c3-4831-8f84-056a7b31ee3f" providerId="ADAL" clId="{DBBEA147-2195-48D5-B6D1-B0651587C77D}" dt="2024-06-26T19:13:41.167" v="1838" actId="478"/>
        <pc:sldMkLst>
          <pc:docMk/>
          <pc:sldMk cId="1983987524" sldId="272"/>
        </pc:sldMkLst>
        <pc:spChg chg="del">
          <ac:chgData name="Edward Chen" userId="d17545a6-84c3-4831-8f84-056a7b31ee3f" providerId="ADAL" clId="{DBBEA147-2195-48D5-B6D1-B0651587C77D}" dt="2024-06-26T19:05:22.216" v="733" actId="478"/>
          <ac:spMkLst>
            <pc:docMk/>
            <pc:sldMk cId="1983987524" sldId="272"/>
            <ac:spMk id="2" creationId="{C2921C39-7648-C029-3B6D-7881F2B26C9B}"/>
          </ac:spMkLst>
        </pc:spChg>
        <pc:spChg chg="del">
          <ac:chgData name="Edward Chen" userId="d17545a6-84c3-4831-8f84-056a7b31ee3f" providerId="ADAL" clId="{DBBEA147-2195-48D5-B6D1-B0651587C77D}" dt="2024-06-26T19:05:20.997" v="732" actId="478"/>
          <ac:spMkLst>
            <pc:docMk/>
            <pc:sldMk cId="1983987524" sldId="272"/>
            <ac:spMk id="3" creationId="{CE3B4BA9-8111-9B68-E504-8658CD57BCD6}"/>
          </ac:spMkLst>
        </pc:spChg>
        <pc:spChg chg="add mod">
          <ac:chgData name="Edward Chen" userId="d17545a6-84c3-4831-8f84-056a7b31ee3f" providerId="ADAL" clId="{DBBEA147-2195-48D5-B6D1-B0651587C77D}" dt="2024-06-26T19:09:11.500" v="1180" actId="14100"/>
          <ac:spMkLst>
            <pc:docMk/>
            <pc:sldMk cId="1983987524" sldId="272"/>
            <ac:spMk id="5" creationId="{B4782ACC-CB4A-53F3-00ED-C84546DB9DDC}"/>
          </ac:spMkLst>
        </pc:spChg>
        <pc:graphicFrameChg chg="add mod modGraphic">
          <ac:chgData name="Edward Chen" userId="d17545a6-84c3-4831-8f84-056a7b31ee3f" providerId="ADAL" clId="{DBBEA147-2195-48D5-B6D1-B0651587C77D}" dt="2024-06-26T19:13:35.323" v="1837" actId="20577"/>
          <ac:graphicFrameMkLst>
            <pc:docMk/>
            <pc:sldMk cId="1983987524" sldId="272"/>
            <ac:graphicFrameMk id="6" creationId="{9FD14D5F-BEFD-8E3A-232F-DB5F20273034}"/>
          </ac:graphicFrameMkLst>
        </pc:graphicFrameChg>
        <pc:graphicFrameChg chg="add del mod">
          <ac:chgData name="Edward Chen" userId="d17545a6-84c3-4831-8f84-056a7b31ee3f" providerId="ADAL" clId="{DBBEA147-2195-48D5-B6D1-B0651587C77D}" dt="2024-06-26T19:13:41.167" v="1838" actId="478"/>
          <ac:graphicFrameMkLst>
            <pc:docMk/>
            <pc:sldMk cId="1983987524" sldId="272"/>
            <ac:graphicFrameMk id="7" creationId="{332EFD22-E493-32A7-D150-F055D35824B2}"/>
          </ac:graphicFrameMkLst>
        </pc:graphicFrameChg>
      </pc:sldChg>
      <pc:sldChg chg="addSp delSp modSp add mod ord">
        <pc:chgData name="Edward Chen" userId="d17545a6-84c3-4831-8f84-056a7b31ee3f" providerId="ADAL" clId="{DBBEA147-2195-48D5-B6D1-B0651587C77D}" dt="2024-06-26T19:12:45.775" v="1743" actId="20577"/>
        <pc:sldMkLst>
          <pc:docMk/>
          <pc:sldMk cId="1120462462" sldId="273"/>
        </pc:sldMkLst>
        <pc:spChg chg="mod">
          <ac:chgData name="Edward Chen" userId="d17545a6-84c3-4831-8f84-056a7b31ee3f" providerId="ADAL" clId="{DBBEA147-2195-48D5-B6D1-B0651587C77D}" dt="2024-06-26T19:08:49.152" v="1146" actId="20577"/>
          <ac:spMkLst>
            <pc:docMk/>
            <pc:sldMk cId="1120462462" sldId="273"/>
            <ac:spMk id="5" creationId="{B4782ACC-CB4A-53F3-00ED-C84546DB9DDC}"/>
          </ac:spMkLst>
        </pc:spChg>
        <pc:graphicFrameChg chg="add mod modGraphic">
          <ac:chgData name="Edward Chen" userId="d17545a6-84c3-4831-8f84-056a7b31ee3f" providerId="ADAL" clId="{DBBEA147-2195-48D5-B6D1-B0651587C77D}" dt="2024-06-26T19:12:45.775" v="1743" actId="20577"/>
          <ac:graphicFrameMkLst>
            <pc:docMk/>
            <pc:sldMk cId="1120462462" sldId="273"/>
            <ac:graphicFrameMk id="2" creationId="{100138AF-8FF0-929F-73BC-064AAA2328DA}"/>
          </ac:graphicFrameMkLst>
        </pc:graphicFrameChg>
        <pc:graphicFrameChg chg="add del mod ord">
          <ac:chgData name="Edward Chen" userId="d17545a6-84c3-4831-8f84-056a7b31ee3f" providerId="ADAL" clId="{DBBEA147-2195-48D5-B6D1-B0651587C77D}" dt="2024-06-26T19:09:55.590" v="1247" actId="21"/>
          <ac:graphicFrameMkLst>
            <pc:docMk/>
            <pc:sldMk cId="1120462462" sldId="273"/>
            <ac:graphicFrameMk id="3" creationId="{332EFD22-E493-32A7-D150-F055D35824B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CCFD4-A7F8-054B-8822-BC244B9535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30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0CCFD4-A7F8-054B-8822-BC244B9535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03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4764"/>
            <a:ext cx="10174777" cy="53792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66EC07-D962-6647-8E4E-0283A02CE19B}"/>
              </a:ext>
            </a:extLst>
          </p:cNvPr>
          <p:cNvSpPr/>
          <p:nvPr userDrawn="1"/>
        </p:nvSpPr>
        <p:spPr>
          <a:xfrm>
            <a:off x="0" y="0"/>
            <a:ext cx="12192000" cy="547971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6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2217074"/>
            <a:ext cx="9354855" cy="2292350"/>
          </a:xfr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title</a:t>
            </a:r>
          </a:p>
          <a:p>
            <a:pPr lvl="1"/>
            <a:r>
              <a:rPr lang="en-US"/>
              <a:t>Click to edit subtitle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F11E7C5D-AAED-604F-85A8-6DB539F1F6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10926E-0A3C-C1B9-33F0-0FCC7333AF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19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360E5-08B7-0248-9E12-23AA43EAF841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D8311-66E2-9947-BE0C-6696DF34058D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2DA3-952B-1246-A6D8-62C33891018A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1A4-48CE-3148-83C5-163A8B7B4AFF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B3E2-F5C6-C84B-A8EA-6A79B0C48A26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380-B65F-B44E-8BF4-4FCA291374DB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FC433-A528-BF41-A371-E1686A811844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37AA6-C825-6E4D-B0BA-D10620247DF5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6A8-373C-B446-86DD-9B3081E1642C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5991A-9709-BF48-B1F4-9DF4E3AFEB76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photo icon below to insert picture</a:t>
            </a:r>
            <a:br>
              <a:rPr lang="en-US"/>
            </a:br>
            <a:r>
              <a:rPr lang="en-US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0031-B8D1-8947-8F40-D69D2A6E0840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0F5A2-9205-7049-9455-A072FA22C684}" type="datetime1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br>
              <a:rPr lang="en-US"/>
            </a:br>
            <a:r>
              <a:rPr lang="en-US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D554-F59F-7740-914D-A51F4F899269}" type="datetime1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883443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3"/>
            <a:ext cx="10415648" cy="510876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277442"/>
            <a:ext cx="10908410" cy="4813797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2A83D2-99B0-C447-B986-DB96CC086DC7}" type="datetime1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532DF-831B-7334-3676-8667C926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Outage schedule analysis </a:t>
            </a:r>
            <a:r>
              <a:rPr lang="en-US" dirty="0" err="1"/>
              <a:t>req.s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5400-37B7-35A7-6125-FEB6ED56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A4BBE-C613-2F69-09F7-6031B3EE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789717"/>
              </p:ext>
            </p:extLst>
          </p:nvPr>
        </p:nvGraphicFramePr>
        <p:xfrm>
          <a:off x="155020" y="1510093"/>
          <a:ext cx="11576732" cy="2854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50175">
                  <a:extLst>
                    <a:ext uri="{9D8B030D-6E8A-4147-A177-3AD203B41FA5}">
                      <a16:colId xmlns:a16="http://schemas.microsoft.com/office/drawing/2014/main" val="2065379076"/>
                    </a:ext>
                  </a:extLst>
                </a:gridCol>
                <a:gridCol w="1608821">
                  <a:extLst>
                    <a:ext uri="{9D8B030D-6E8A-4147-A177-3AD203B41FA5}">
                      <a16:colId xmlns:a16="http://schemas.microsoft.com/office/drawing/2014/main" val="1968283384"/>
                    </a:ext>
                  </a:extLst>
                </a:gridCol>
                <a:gridCol w="3264408">
                  <a:extLst>
                    <a:ext uri="{9D8B030D-6E8A-4147-A177-3AD203B41FA5}">
                      <a16:colId xmlns:a16="http://schemas.microsoft.com/office/drawing/2014/main" val="2967534346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3746262487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3003921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22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Hardware requirements: desktops, laptops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94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Operating system requirements: Windows, 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27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License requirements compatible with APACHE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15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Running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Local run (or through server?)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97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# users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Small number of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8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Web- or app-based?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551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0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45400-37B7-35A7-6125-FEB6ED56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A4BBE-C613-2F69-09F7-6031B3EE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829019"/>
              </p:ext>
            </p:extLst>
          </p:nvPr>
        </p:nvGraphicFramePr>
        <p:xfrm>
          <a:off x="128387" y="79279"/>
          <a:ext cx="11881958" cy="6771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0923">
                  <a:extLst>
                    <a:ext uri="{9D8B030D-6E8A-4147-A177-3AD203B41FA5}">
                      <a16:colId xmlns:a16="http://schemas.microsoft.com/office/drawing/2014/main" val="2065379076"/>
                    </a:ext>
                  </a:extLst>
                </a:gridCol>
                <a:gridCol w="1867632">
                  <a:extLst>
                    <a:ext uri="{9D8B030D-6E8A-4147-A177-3AD203B41FA5}">
                      <a16:colId xmlns:a16="http://schemas.microsoft.com/office/drawing/2014/main" val="1968283384"/>
                    </a:ext>
                  </a:extLst>
                </a:gridCol>
                <a:gridCol w="3187801">
                  <a:extLst>
                    <a:ext uri="{9D8B030D-6E8A-4147-A177-3AD203B41FA5}">
                      <a16:colId xmlns:a16="http://schemas.microsoft.com/office/drawing/2014/main" val="2967534346"/>
                    </a:ext>
                  </a:extLst>
                </a:gridCol>
                <a:gridCol w="3187801">
                  <a:extLst>
                    <a:ext uri="{9D8B030D-6E8A-4147-A177-3AD203B41FA5}">
                      <a16:colId xmlns:a16="http://schemas.microsoft.com/office/drawing/2014/main" val="3746262487"/>
                    </a:ext>
                  </a:extLst>
                </a:gridCol>
                <a:gridCol w="3187801">
                  <a:extLst>
                    <a:ext uri="{9D8B030D-6E8A-4147-A177-3AD203B41FA5}">
                      <a16:colId xmlns:a16="http://schemas.microsoft.com/office/drawing/2014/main" val="3003921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22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Import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Load from file an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Schedule format to be decided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Graph of activities (</a:t>
                      </a:r>
                      <a:r>
                        <a:rPr lang="en-US" sz="1200" dirty="0" err="1"/>
                        <a:t>TBDef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117475" marR="0" lvl="0" indent="-1174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Dictionary data format for each activity (</a:t>
                      </a:r>
                      <a:r>
                        <a:rPr lang="en-US" sz="1200" dirty="0" err="1"/>
                        <a:t>TBDef</a:t>
                      </a:r>
                      <a:r>
                        <a:rPr lang="en-US" sz="1200" dirty="0"/>
                        <a:t>)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Time series of resources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8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Visualize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Visualize through a Gantt chart the schedule (10K-17K activities).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Capture:</a:t>
                      </a:r>
                    </a:p>
                    <a:p>
                      <a:pPr marL="238125" indent="-107950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Temporal location of activities</a:t>
                      </a:r>
                    </a:p>
                    <a:p>
                      <a:pPr marL="238125" indent="-107950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Logical links between activities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Highlight critical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Outage schedule imported (see #1)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Schedule visualization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55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Schedule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Select daily portion of schedule or by time interval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Select portion of outage based on activity attribute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Visualize properties of each activity</a:t>
                      </a:r>
                    </a:p>
                    <a:p>
                      <a:pPr marL="119063" indent="-119063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Visualize temporal profile of resources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72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2.2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Interactions with schedule visualization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Edit schedule and run data analytics of req. 4 when schedule is edited: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Move activity along temporal axis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Add/remove activity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Edit activity attributes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Add/remove dependency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397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Reduce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Group set of activities that are in series and no outgoing links are present within the set, and recalculate schedule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Outage schedule imported (see #1)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Reduced schedule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Graph of macro-activities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Dictionary data format for each macro-activity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Time series for resources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3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Import schedule risk analytics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Run data analytics workflow to assess importance of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Output of #3 or outage schedule imported (see #1)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Resilience measure for each activity</a:t>
                      </a:r>
                    </a:p>
                    <a:p>
                      <a:pPr marL="117475" indent="-117475" algn="l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dirty="0"/>
                        <a:t>Plot of resilience measure of all or subset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026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62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B459-4F99-B38A-1182-1395178A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BD1929-7138-3946-492D-FE382F4368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228"/>
          <a:stretch/>
        </p:blipFill>
        <p:spPr>
          <a:xfrm>
            <a:off x="589448" y="479394"/>
            <a:ext cx="10695246" cy="53456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A89E69-75CA-599C-1B2D-167CC2F5B67A}"/>
              </a:ext>
            </a:extLst>
          </p:cNvPr>
          <p:cNvSpPr txBox="1"/>
          <p:nvPr/>
        </p:nvSpPr>
        <p:spPr>
          <a:xfrm>
            <a:off x="2237173" y="6010183"/>
            <a:ext cx="574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schedule: hour, day, week</a:t>
            </a:r>
          </a:p>
        </p:txBody>
      </p:sp>
    </p:spTree>
    <p:extLst>
      <p:ext uri="{BB962C8B-B14F-4D97-AF65-F5344CB8AC3E}">
        <p14:creationId xmlns:p14="http://schemas.microsoft.com/office/powerpoint/2010/main" val="3250169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B459-4F99-B38A-1182-1395178A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EED51-3982-318C-1E5E-BA2866009393}"/>
              </a:ext>
            </a:extLst>
          </p:cNvPr>
          <p:cNvSpPr txBox="1"/>
          <p:nvPr/>
        </p:nvSpPr>
        <p:spPr>
          <a:xfrm>
            <a:off x="929196" y="612559"/>
            <a:ext cx="516680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Stage 1 – Visualization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7DB8FF-50D3-14FD-58E1-0283FECC2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95534"/>
              </p:ext>
            </p:extLst>
          </p:nvPr>
        </p:nvGraphicFramePr>
        <p:xfrm>
          <a:off x="372234" y="1089613"/>
          <a:ext cx="11033520" cy="5191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38863">
                  <a:extLst>
                    <a:ext uri="{9D8B030D-6E8A-4147-A177-3AD203B41FA5}">
                      <a16:colId xmlns:a16="http://schemas.microsoft.com/office/drawing/2014/main" val="2399771919"/>
                    </a:ext>
                  </a:extLst>
                </a:gridCol>
                <a:gridCol w="7494657">
                  <a:extLst>
                    <a:ext uri="{9D8B030D-6E8A-4147-A177-3AD203B41FA5}">
                      <a16:colId xmlns:a16="http://schemas.microsoft.com/office/drawing/2014/main" val="1024537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53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Import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&amp; convert file from an outage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4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r"/>
                      <a:r>
                        <a:rPr lang="en-US" dirty="0"/>
                        <a:t>Save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changes to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2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Load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changes to schedule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8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Visualize Outage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the entire </a:t>
                      </a:r>
                      <a:r>
                        <a:rPr lang="en-US" dirty="0" err="1"/>
                        <a:t>gantt</a:t>
                      </a:r>
                      <a:r>
                        <a:rPr lang="en-US" dirty="0"/>
                        <a:t> chart when imported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08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Temporal location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temporal relationship between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32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Logical link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arrows that link activities together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01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Highlight critical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critical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624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Group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 activities into categories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44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Visualize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Visualize individual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57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General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Start/End date, duration, critical path?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4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Resource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Hours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41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203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756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828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0C3ED-27A2-5B53-B76D-A49522C6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82ACC-CB4A-53F3-00ED-C84546DB9DDC}"/>
              </a:ext>
            </a:extLst>
          </p:cNvPr>
          <p:cNvSpPr txBox="1"/>
          <p:nvPr/>
        </p:nvSpPr>
        <p:spPr>
          <a:xfrm>
            <a:off x="929196" y="612559"/>
            <a:ext cx="516680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Stage 2 – Analytics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0138AF-8FF0-929F-73BC-064AAA232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636539"/>
              </p:ext>
            </p:extLst>
          </p:nvPr>
        </p:nvGraphicFramePr>
        <p:xfrm>
          <a:off x="372234" y="1089613"/>
          <a:ext cx="11033520" cy="5191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38863">
                  <a:extLst>
                    <a:ext uri="{9D8B030D-6E8A-4147-A177-3AD203B41FA5}">
                      <a16:colId xmlns:a16="http://schemas.microsoft.com/office/drawing/2014/main" val="2399771919"/>
                    </a:ext>
                  </a:extLst>
                </a:gridCol>
                <a:gridCol w="7494657">
                  <a:extLst>
                    <a:ext uri="{9D8B030D-6E8A-4147-A177-3AD203B41FA5}">
                      <a16:colId xmlns:a16="http://schemas.microsoft.com/office/drawing/2014/main" val="1024537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53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 analysis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Assess importance of each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4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2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8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Group activities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Recalculate schedule after regrouping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08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32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01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624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44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57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4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41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203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756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46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0C3ED-27A2-5B53-B76D-A49522C6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82ACC-CB4A-53F3-00ED-C84546DB9DDC}"/>
              </a:ext>
            </a:extLst>
          </p:cNvPr>
          <p:cNvSpPr txBox="1"/>
          <p:nvPr/>
        </p:nvSpPr>
        <p:spPr>
          <a:xfrm>
            <a:off x="929195" y="612559"/>
            <a:ext cx="80194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Stage 3 – Modification &amp; interaction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D14D5F-BEFD-8E3A-232F-DB5F20273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188008"/>
              </p:ext>
            </p:extLst>
          </p:nvPr>
        </p:nvGraphicFramePr>
        <p:xfrm>
          <a:off x="372234" y="1089613"/>
          <a:ext cx="11033520" cy="5562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38863">
                  <a:extLst>
                    <a:ext uri="{9D8B030D-6E8A-4147-A177-3AD203B41FA5}">
                      <a16:colId xmlns:a16="http://schemas.microsoft.com/office/drawing/2014/main" val="2399771919"/>
                    </a:ext>
                  </a:extLst>
                </a:gridCol>
                <a:gridCol w="7494657">
                  <a:extLst>
                    <a:ext uri="{9D8B030D-6E8A-4147-A177-3AD203B41FA5}">
                      <a16:colId xmlns:a16="http://schemas.microsoft.com/office/drawing/2014/main" val="1024537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53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Modify individual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Assess importance of each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14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r"/>
                      <a:r>
                        <a:rPr lang="en-US" dirty="0"/>
                        <a:t>Add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new activity to grouping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2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Edit activity 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general attributes of an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8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Add/remove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dependencies for individual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08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Edit dependency arrows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dependency arrows after edit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1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Move activity in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activity along temporal axis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32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Adjust activity in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move, re-calculate temporal axis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01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624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Select portion of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44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57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4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41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203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756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987524"/>
      </p:ext>
    </p:extLst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Dark_wide-WEB" id="{BFCE2894-AEF1-8B46-9681-589859762878}" vid="{2C3C1B24-8270-DB49-B9E8-13EE0CF6AE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C06D1B7C2D824AB933565C31CCA979" ma:contentTypeVersion="6" ma:contentTypeDescription="Create a new document." ma:contentTypeScope="" ma:versionID="d11006f083f5ed3a04b6463134ad427c">
  <xsd:schema xmlns:xsd="http://www.w3.org/2001/XMLSchema" xmlns:xs="http://www.w3.org/2001/XMLSchema" xmlns:p="http://schemas.microsoft.com/office/2006/metadata/properties" xmlns:ns2="2d44db40-f69d-4b43-9227-5b9eb56d7e8f" xmlns:ns3="0251211a-b8bb-4214-8a0c-598584f4b3c2" targetNamespace="http://schemas.microsoft.com/office/2006/metadata/properties" ma:root="true" ma:fieldsID="74c2a0b8d504f5e30bc86adbc48cda5c" ns2:_="" ns3:_="">
    <xsd:import namespace="2d44db40-f69d-4b43-9227-5b9eb56d7e8f"/>
    <xsd:import namespace="0251211a-b8bb-4214-8a0c-598584f4b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4db40-f69d-4b43-9227-5b9eb56d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1211a-b8bb-4214-8a0c-598584f4b3c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22932C-873F-4D0F-B9E0-AE16472CDC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F39D0F-1D52-4D28-8A96-C378743FB9D0}">
  <ds:schemaRefs>
    <ds:schemaRef ds:uri="0251211a-b8bb-4214-8a0c-598584f4b3c2"/>
    <ds:schemaRef ds:uri="2d44db40-f69d-4b43-9227-5b9eb56d7e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A68D4D-9402-4485-B11D-8DDDCEB2E4C5}">
  <ds:schemaRefs>
    <ds:schemaRef ds:uri="http://purl.org/dc/terms/"/>
    <ds:schemaRef ds:uri="0251211a-b8bb-4214-8a0c-598584f4b3c2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d44db40-f69d-4b43-9227-5b9eb56d7e8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INL 2020</Template>
  <TotalTime>3079</TotalTime>
  <Words>522</Words>
  <Application>Microsoft Office PowerPoint</Application>
  <PresentationFormat>Widescreen</PresentationFormat>
  <Paragraphs>147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Calibri</vt:lpstr>
      <vt:lpstr>Myriad Pro Cond</vt:lpstr>
      <vt:lpstr>Times New Roman</vt:lpstr>
      <vt:lpstr>INL 2020</vt:lpstr>
      <vt:lpstr>Outage schedule analysis req.s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Diego Mandelli</dc:creator>
  <cp:keywords/>
  <dc:description/>
  <cp:lastModifiedBy>Edward Chen</cp:lastModifiedBy>
  <cp:revision>3</cp:revision>
  <cp:lastPrinted>2024-05-01T23:07:46Z</cp:lastPrinted>
  <dcterms:created xsi:type="dcterms:W3CDTF">2023-11-07T22:18:42Z</dcterms:created>
  <dcterms:modified xsi:type="dcterms:W3CDTF">2024-06-26T22:27:38Z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0x0101005BC06D1B7C2D824AB933565C31CCA979</vt:lpwstr>
  </property>
</Properties>
</file>